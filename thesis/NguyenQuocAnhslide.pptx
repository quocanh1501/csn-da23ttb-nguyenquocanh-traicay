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D62C8-50A4-537A-2B77-9441F203D5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FC97E3-5314-B824-4495-E7F779FA7B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1EBA4-FC09-0C79-6636-13E401BD4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4CFA0-A6D9-4028-808A-1FA09B4D900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CDCC3-7B31-372E-410B-030B71F9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DC118-3353-BAC4-C7BD-BC4BBE6C4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FD2C-4AD9-4F06-A4DD-25FB58EBD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52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91CF5-FCEA-E3C9-6BB7-272614B2B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F8FB7-DF98-4CCB-8099-24A53B156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B6422-1A3C-D9E5-1CC3-225B2B1D5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4CFA0-A6D9-4028-808A-1FA09B4D900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12C9F-9885-12D0-7856-739CB510A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C21AB-2196-7BC7-4BC4-E47E46361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FD2C-4AD9-4F06-A4DD-25FB58EBD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677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79FA3-CBE3-9818-3658-B82509D0F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5AE32-5479-7404-08D7-D5FEF4A18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68EBD-9DC9-037E-F563-EF4AA8B08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4CFA0-A6D9-4028-808A-1FA09B4D900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B3BC0-D198-9B00-6174-2C837F822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0B894-2E14-79F6-5CC5-3E0FA3A55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FD2C-4AD9-4F06-A4DD-25FB58EBD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68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8847-2C4C-6BBD-85F2-A959D2280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8C7DA-FD76-BEA8-DE0A-19941731D7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52E523-DC96-C3DE-AF92-48349B6AF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5470D-FFE1-3391-1A8A-88E9EEC72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4CFA0-A6D9-4028-808A-1FA09B4D900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93FF46-8362-0557-E55E-9AE988B67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D4F2E-FBCC-5326-D957-7C966201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FD2C-4AD9-4F06-A4DD-25FB58EBD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334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780A7-C8F9-8440-FD13-72706E21F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BFE4E-B78A-B9B1-3941-010BA5489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60D5DA-6F3D-CB85-777A-A12BF483D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B22422-D74F-0E00-2BB8-73457A7C26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E17A2E-DA58-2D1E-148F-03D6F095D1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84FE07-018C-259C-FEF4-5A84F9AA7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4CFA0-A6D9-4028-808A-1FA09B4D900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AC3F26-E371-E311-028E-7DA193359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A11C83-CC3E-8157-33B9-364BF3EEF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FD2C-4AD9-4F06-A4DD-25FB58EBD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241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B31B3-F6C2-66A4-8699-5C9657A02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347F39-9E79-F272-B301-46DBAB6B8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4CFA0-A6D9-4028-808A-1FA09B4D900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E1008-A106-FB76-E0D8-7E509036B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417356-0CE8-29E2-7A34-7313D4CD0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FD2C-4AD9-4F06-A4DD-25FB58EBD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72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9D071B-CCB9-C346-B8C5-585133000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4CFA0-A6D9-4028-808A-1FA09B4D900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9EBA8-DB33-7888-579E-1E7701D39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53C18-2766-28B0-823F-D032A0141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FD2C-4AD9-4F06-A4DD-25FB58EBD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706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F2BBE-0B98-4D8C-BC11-34020D5B6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ED127-4001-82F6-ED5D-5575273B5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BDA6E8-A295-414A-72E4-032F5BD71B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8021F6-90E0-6333-3F83-E366BF741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4CFA0-A6D9-4028-808A-1FA09B4D900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A633B-4333-4383-5851-FFBD4E47E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1D5AE-48C7-6C0E-B22D-C2B282CBB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FD2C-4AD9-4F06-A4DD-25FB58EBD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536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03D75-B65E-B3BF-432C-246E38F6D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5B7642-0F3D-29FE-1FE8-BAFC7C705B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57DB0-C9D0-91EC-F6AB-CF2422F29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683FA0-20C5-37CD-1260-653A1EE00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4CFA0-A6D9-4028-808A-1FA09B4D900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EA12E-3164-87D8-8571-5E59AE630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B278B-065B-275E-44F2-D81E48129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FD2C-4AD9-4F06-A4DD-25FB58EBD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250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2FECF-4B53-667F-0C69-071A19AD1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7C43B7-F52D-B427-DB30-13BF460CEA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751B0-5A84-C6CE-CC5E-DF637A34A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4CFA0-A6D9-4028-808A-1FA09B4D900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23161-A20E-3DB6-0B09-C7AAFDD9B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FCE49-C9D6-6B6F-CDD9-4AEB3113D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FD2C-4AD9-4F06-A4DD-25FB58EBD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200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EDC69E-C4B2-BA44-B176-D6F29FB6B5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3AB65-05E8-93FC-5B71-E611388EA4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66E13-0596-8642-12CE-278E92DF5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4CFA0-A6D9-4028-808A-1FA09B4D900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6AA29-5586-BB57-4CE0-692F9DE38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20586-00DB-AA4D-3DCB-88605CCC1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FD2C-4AD9-4F06-A4DD-25FB58EBD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2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0FDE42-351F-0376-E67C-AFD166E3D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7F297B-517A-CB0A-2483-0C3D68A87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DB101-6773-1F3B-233F-E25C51D0A9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C4CFA0-A6D9-4028-808A-1FA09B4D900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13EA4-346B-AC0C-10E9-AD9EF373A7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24428-18E6-E1CA-F913-10899FBBA9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5CFD2C-4AD9-4F06-A4DD-25FB58EBD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661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DD6FE5-6D28-5F62-0B81-C9CFAABE6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95" y="71120"/>
            <a:ext cx="1774090" cy="17679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A8B348-01AD-4CDE-19D3-9187E770341E}"/>
              </a:ext>
            </a:extLst>
          </p:cNvPr>
          <p:cNvSpPr txBox="1"/>
          <p:nvPr/>
        </p:nvSpPr>
        <p:spPr>
          <a:xfrm>
            <a:off x="2346959" y="259080"/>
            <a:ext cx="86360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TRƯỜNG KỸ THUẬT VÀ CÔNG NGHỆ</a:t>
            </a:r>
          </a:p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	KHOA CÔNG NGHỆ THÔNG TIN</a:t>
            </a:r>
            <a:endParaRPr lang="en-US" sz="3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E52BAD-0C5F-7823-01D5-E6105C9A7AD1}"/>
              </a:ext>
            </a:extLst>
          </p:cNvPr>
          <p:cNvSpPr txBox="1"/>
          <p:nvPr/>
        </p:nvSpPr>
        <p:spPr>
          <a:xfrm>
            <a:off x="6096000" y="2824480"/>
            <a:ext cx="45719" cy="431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D257C4-2DB8-49EE-BAE0-3C52630A272D}"/>
              </a:ext>
            </a:extLst>
          </p:cNvPr>
          <p:cNvSpPr txBox="1"/>
          <p:nvPr/>
        </p:nvSpPr>
        <p:spPr>
          <a:xfrm>
            <a:off x="3759200" y="1672998"/>
            <a:ext cx="5008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ĐỒ ÁN CƠ SỞ NGÀNH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86C912-984F-51E6-9946-FBD200816825}"/>
              </a:ext>
            </a:extLst>
          </p:cNvPr>
          <p:cNvSpPr txBox="1"/>
          <p:nvPr/>
        </p:nvSpPr>
        <p:spPr>
          <a:xfrm>
            <a:off x="5638800" y="262636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2722D6-8962-829A-E085-3FF11FA6F698}"/>
              </a:ext>
            </a:extLst>
          </p:cNvPr>
          <p:cNvSpPr txBox="1"/>
          <p:nvPr/>
        </p:nvSpPr>
        <p:spPr>
          <a:xfrm>
            <a:off x="2433318" y="2705725"/>
            <a:ext cx="741680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XÂY DỰNG WEBSITE BÁN TRÁI CÂY NHẬP KHẨU</a:t>
            </a:r>
            <a:endParaRPr lang="en-US" sz="4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86236C-7D8A-8394-AA91-E87C9D8CC3FE}"/>
              </a:ext>
            </a:extLst>
          </p:cNvPr>
          <p:cNvSpPr txBox="1"/>
          <p:nvPr/>
        </p:nvSpPr>
        <p:spPr>
          <a:xfrm>
            <a:off x="3393438" y="5029260"/>
            <a:ext cx="54965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GVHD: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ThS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Dương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Ngọc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Vân Khanh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SVTH: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Nguyễn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Quốc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Anh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MSSV: 110123244</a:t>
            </a:r>
          </a:p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DA23TTB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5AE0ED1-3F94-7C4D-8F71-5685B5DD825D}"/>
              </a:ext>
            </a:extLst>
          </p:cNvPr>
          <p:cNvCxnSpPr>
            <a:cxnSpLocks/>
          </p:cNvCxnSpPr>
          <p:nvPr/>
        </p:nvCxnSpPr>
        <p:spPr>
          <a:xfrm>
            <a:off x="3393438" y="4744720"/>
            <a:ext cx="5689599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3458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69E0-F90D-215A-028E-9B7198673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NỘI DUNG TRÌNH BÀY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B368E-EE52-3EFE-00C3-9A3A158D0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 </a:t>
            </a:r>
          </a:p>
          <a:p>
            <a:pPr marL="514350" indent="-514350">
              <a:buAutoNum type="arabicPeriod"/>
            </a:pP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606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EE50A-D8E2-8E3F-A0F1-0341C15F2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TỔNG QUAN VỀ ĐỀ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19BA8-E877-0FED-BBB2-1D06DDFD6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Do</a:t>
            </a:r>
            <a:r>
              <a:rPr lang="en-US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nhu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cầu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sử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dụng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trái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cây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nhập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khẩu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xã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hội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hiện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đại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ngày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càng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cao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sự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trôi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nổi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tràn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những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thông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tin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trái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cây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chưa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kiểm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chứng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xác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thực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trên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nền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tảng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mạng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xã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hội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Cần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trang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chính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thống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bán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loại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trái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cây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thông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tin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xuất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xứ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rõ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ràng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cùng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với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quy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cách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sử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dụng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Xuất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phát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từ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những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bất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cập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khó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khăn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mong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muốn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bản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than,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đó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lý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do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mà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em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chọn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đề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tài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“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Xây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dựng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website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bán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trái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cây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nhập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khẩu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”.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7AE4E5-931E-0D9B-A254-DAC66FD9F4F7}"/>
              </a:ext>
            </a:extLst>
          </p:cNvPr>
          <p:cNvSpPr txBox="1"/>
          <p:nvPr/>
        </p:nvSpPr>
        <p:spPr>
          <a:xfrm>
            <a:off x="838200" y="1333182"/>
            <a:ext cx="42722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Lý do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211E40-770D-77F7-1F3E-37EF3284D903}"/>
              </a:ext>
            </a:extLst>
          </p:cNvPr>
          <p:cNvCxnSpPr>
            <a:cxnSpLocks/>
          </p:cNvCxnSpPr>
          <p:nvPr/>
        </p:nvCxnSpPr>
        <p:spPr>
          <a:xfrm>
            <a:off x="955040" y="1825625"/>
            <a:ext cx="28346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4665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A0CA6-DAB4-78FE-91CD-114707BF7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TỔNG QUAN VỀ ĐỀ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DC98D-4B67-63CB-7504-83B7A1A42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trang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giỏ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chi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tiết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phẩm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trang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thanh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dễ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thao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sinh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phù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Website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dễ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dàng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mọi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tượng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đảm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bảo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tín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5C0907-E95B-973E-4A1B-3F02A5E313DA}"/>
              </a:ext>
            </a:extLst>
          </p:cNvPr>
          <p:cNvSpPr txBox="1"/>
          <p:nvPr/>
        </p:nvSpPr>
        <p:spPr>
          <a:xfrm>
            <a:off x="838200" y="1333182"/>
            <a:ext cx="42722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FC0CBF0-00D4-E400-9EC5-C00378E94EE5}"/>
              </a:ext>
            </a:extLst>
          </p:cNvPr>
          <p:cNvCxnSpPr>
            <a:cxnSpLocks/>
          </p:cNvCxnSpPr>
          <p:nvPr/>
        </p:nvCxnSpPr>
        <p:spPr>
          <a:xfrm>
            <a:off x="955040" y="1825625"/>
            <a:ext cx="31292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320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96C6-4D72-FAC9-E095-03C9AB5F4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TỔNG QUAN VỀ ĐỀ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DC9F2-2901-6591-63D1-2D1CA989B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website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trái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khẩu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khu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.</a:t>
            </a:r>
          </a:p>
          <a:p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website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trái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chi </a:t>
            </a:r>
            <a:r>
              <a:rPr lang="en-US" dirty="0" err="1"/>
              <a:t>tiết</a:t>
            </a:r>
            <a:r>
              <a:rPr lang="en-US" dirty="0"/>
              <a:t>,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giỏ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.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25CDAA-5B44-BAFE-2602-562077FDAE54}"/>
              </a:ext>
            </a:extLst>
          </p:cNvPr>
          <p:cNvSpPr txBox="1"/>
          <p:nvPr/>
        </p:nvSpPr>
        <p:spPr>
          <a:xfrm>
            <a:off x="838200" y="1333182"/>
            <a:ext cx="55321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tượng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phạm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vi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nghiên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cứu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05FDBF1-BC69-0E42-2E1E-067DD0D01F95}"/>
              </a:ext>
            </a:extLst>
          </p:cNvPr>
          <p:cNvCxnSpPr/>
          <p:nvPr/>
        </p:nvCxnSpPr>
        <p:spPr>
          <a:xfrm>
            <a:off x="955040" y="1825625"/>
            <a:ext cx="51409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7365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3B78-F317-981A-C9B8-413E530B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CƠ SỞ LÝ THUYẾT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D829F-48DC-7F53-AB9A-67C3B2314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dirty="0"/>
              <a:t>HTML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“</a:t>
            </a:r>
            <a:r>
              <a:rPr lang="en-US" dirty="0" err="1"/>
              <a:t>khung</a:t>
            </a:r>
            <a:r>
              <a:rPr lang="en-US" dirty="0"/>
              <a:t> </a:t>
            </a:r>
            <a:r>
              <a:rPr lang="en-US" dirty="0" err="1"/>
              <a:t>sườn</a:t>
            </a:r>
            <a:r>
              <a:rPr lang="en-US" dirty="0"/>
              <a:t>”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web, </a:t>
            </a:r>
            <a:r>
              <a:rPr lang="en-US" dirty="0" err="1"/>
              <a:t>nhờ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HTML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chia </a:t>
            </a:r>
            <a:r>
              <a:rPr lang="en-US" dirty="0" err="1"/>
              <a:t>bố</a:t>
            </a:r>
            <a:r>
              <a:rPr lang="en-US" dirty="0"/>
              <a:t> </a:t>
            </a:r>
            <a:r>
              <a:rPr lang="en-US" dirty="0" err="1"/>
              <a:t>cục</a:t>
            </a:r>
            <a:r>
              <a:rPr lang="en-US" dirty="0"/>
              <a:t> website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.</a:t>
            </a:r>
          </a:p>
          <a:p>
            <a:pPr>
              <a:lnSpc>
                <a:spcPct val="110000"/>
              </a:lnSpc>
            </a:pPr>
            <a:r>
              <a:rPr lang="en-US" dirty="0"/>
              <a:t>CSS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căn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layout,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bấm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nhìn</a:t>
            </a:r>
            <a:r>
              <a:rPr lang="en-US" dirty="0"/>
              <a:t> </a:t>
            </a:r>
            <a:r>
              <a:rPr lang="en-US" dirty="0" err="1"/>
              <a:t>chuyên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.</a:t>
            </a:r>
          </a:p>
          <a:p>
            <a:pPr>
              <a:lnSpc>
                <a:spcPct val="110000"/>
              </a:lnSpc>
            </a:pPr>
            <a:r>
              <a:rPr lang="en-US" dirty="0"/>
              <a:t>JavaScript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website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bấm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.</a:t>
            </a:r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A41C6-C296-06CB-3DCC-94F9C098BBDD}"/>
              </a:ext>
            </a:extLst>
          </p:cNvPr>
          <p:cNvSpPr txBox="1"/>
          <p:nvPr/>
        </p:nvSpPr>
        <p:spPr>
          <a:xfrm>
            <a:off x="838200" y="1333182"/>
            <a:ext cx="79705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Những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ngôn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ngữ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(1)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3131099-9494-C33F-91D3-2A613607564C}"/>
              </a:ext>
            </a:extLst>
          </p:cNvPr>
          <p:cNvCxnSpPr>
            <a:cxnSpLocks/>
          </p:cNvCxnSpPr>
          <p:nvPr/>
        </p:nvCxnSpPr>
        <p:spPr>
          <a:xfrm>
            <a:off x="955040" y="1825625"/>
            <a:ext cx="67970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411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3B78-F317-981A-C9B8-413E530B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CƠ SỞ LÝ THUYẾT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D829F-48DC-7F53-AB9A-67C3B2314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dirty="0"/>
              <a:t>PHP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logic </a:t>
            </a:r>
            <a:r>
              <a:rPr lang="en-US" dirty="0" err="1"/>
              <a:t>phía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,...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.</a:t>
            </a:r>
          </a:p>
          <a:p>
            <a:pPr>
              <a:lnSpc>
                <a:spcPct val="110000"/>
              </a:lnSpc>
            </a:pPr>
            <a:r>
              <a:rPr lang="en-US" dirty="0"/>
              <a:t>MySQL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website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khoản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,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phẩm,hóa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 err="1">
                <a:sym typeface="Wingdings" panose="05000000000000000000" pitchFamily="2" charset="2"/>
              </a:rPr>
              <a:t>Các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ngôn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ngữ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trên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đã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được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học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kết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hợp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lại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tạo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nên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sự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hài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hòa,logic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chặt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chẽ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giữa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các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thành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phần</a:t>
            </a:r>
            <a:r>
              <a:rPr lang="en-US" dirty="0">
                <a:sym typeface="Wingdings" panose="05000000000000000000" pitchFamily="2" charset="2"/>
              </a:rPr>
              <a:t>. </a:t>
            </a:r>
            <a:r>
              <a:rPr lang="en-US" dirty="0" err="1">
                <a:sym typeface="Wingdings" panose="05000000000000000000" pitchFamily="2" charset="2"/>
              </a:rPr>
              <a:t>Những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thành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phần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này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đóng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vai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trò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quan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trọng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trong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việc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hình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thành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nên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được</a:t>
            </a:r>
            <a:r>
              <a:rPr lang="en-US" dirty="0">
                <a:sym typeface="Wingdings" panose="05000000000000000000" pitchFamily="2" charset="2"/>
              </a:rPr>
              <a:t> website.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A41C6-C296-06CB-3DCC-94F9C098BBDD}"/>
              </a:ext>
            </a:extLst>
          </p:cNvPr>
          <p:cNvSpPr txBox="1"/>
          <p:nvPr/>
        </p:nvSpPr>
        <p:spPr>
          <a:xfrm>
            <a:off x="838200" y="1333182"/>
            <a:ext cx="79705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Những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ngôn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ngữ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(2)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1F51C6-20AA-AEB7-6466-179E64AF8229}"/>
              </a:ext>
            </a:extLst>
          </p:cNvPr>
          <p:cNvCxnSpPr>
            <a:cxnSpLocks/>
          </p:cNvCxnSpPr>
          <p:nvPr/>
        </p:nvCxnSpPr>
        <p:spPr>
          <a:xfrm>
            <a:off x="955040" y="1825625"/>
            <a:ext cx="67970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7422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3B78-F317-981A-C9B8-413E530B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CƠ SỞ LÝ THUYẾT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D829F-48DC-7F53-AB9A-67C3B2314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dirty="0"/>
              <a:t>XAMPP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vai</a:t>
            </a:r>
            <a:r>
              <a:rPr lang="en-US" dirty="0"/>
              <a:t> </a:t>
            </a:r>
            <a:r>
              <a:rPr lang="en-US" dirty="0" err="1"/>
              <a:t>trò</a:t>
            </a:r>
            <a:r>
              <a:rPr lang="en-US" dirty="0"/>
              <a:t> </a:t>
            </a:r>
            <a:r>
              <a:rPr lang="en-US" dirty="0" err="1"/>
              <a:t>môi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website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cục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.</a:t>
            </a:r>
          </a:p>
          <a:p>
            <a:pPr>
              <a:lnSpc>
                <a:spcPct val="110000"/>
              </a:lnSpc>
            </a:pPr>
            <a:r>
              <a:rPr lang="en-US" dirty="0"/>
              <a:t>Visual Studio Code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nguồn,hỗ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.</a:t>
            </a:r>
          </a:p>
          <a:p>
            <a:pPr>
              <a:lnSpc>
                <a:spcPct val="110000"/>
              </a:lnSpc>
            </a:pPr>
            <a:r>
              <a:rPr lang="en-US" dirty="0"/>
              <a:t>phpMyAdmin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duyệt</a:t>
            </a:r>
            <a:r>
              <a:rPr lang="en-US" dirty="0"/>
              <a:t> </a:t>
            </a:r>
            <a:r>
              <a:rPr lang="en-US" dirty="0" err="1"/>
              <a:t>web,giúp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A41C6-C296-06CB-3DCC-94F9C098BBDD}"/>
              </a:ext>
            </a:extLst>
          </p:cNvPr>
          <p:cNvSpPr txBox="1"/>
          <p:nvPr/>
        </p:nvSpPr>
        <p:spPr>
          <a:xfrm>
            <a:off x="838200" y="1333182"/>
            <a:ext cx="79705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Những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ngôn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ngữ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(3)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1F51C6-20AA-AEB7-6466-179E64AF8229}"/>
              </a:ext>
            </a:extLst>
          </p:cNvPr>
          <p:cNvCxnSpPr>
            <a:cxnSpLocks/>
          </p:cNvCxnSpPr>
          <p:nvPr/>
        </p:nvCxnSpPr>
        <p:spPr>
          <a:xfrm>
            <a:off x="955040" y="1825625"/>
            <a:ext cx="67970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5694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3B78-F317-981A-C9B8-413E530B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PHÂN TÍCH VÀ THIẾT KẾ GIAO DIỆN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D829F-48DC-7F53-AB9A-67C3B2314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Hiển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trái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cây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website: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hiển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trái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cây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tùy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xem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chi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tiết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từng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trái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cây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>
              <a:lnSpc>
                <a:spcPct val="110000"/>
              </a:lnSpc>
            </a:pPr>
            <a:r>
              <a:rPr lang="vi-VN" dirty="0"/>
              <a:t>Hiển thị các loại trái cây mà người dùng đã thêm vào giỏ hàng: hiển thị danh sách những loại trái cây mà người dùng thêm vào giỏ và tùy chọn thanh toán theo từng loại trái cây.</a:t>
            </a:r>
          </a:p>
          <a:p>
            <a:pPr>
              <a:lnSpc>
                <a:spcPct val="110000"/>
              </a:lnSpc>
            </a:pP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: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A41C6-C296-06CB-3DCC-94F9C098BBDD}"/>
              </a:ext>
            </a:extLst>
          </p:cNvPr>
          <p:cNvSpPr txBox="1"/>
          <p:nvPr/>
        </p:nvSpPr>
        <p:spPr>
          <a:xfrm>
            <a:off x="838200" y="1333181"/>
            <a:ext cx="79705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tả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yêu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chức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1F51C6-20AA-AEB7-6466-179E64AF8229}"/>
              </a:ext>
            </a:extLst>
          </p:cNvPr>
          <p:cNvCxnSpPr>
            <a:cxnSpLocks/>
          </p:cNvCxnSpPr>
          <p:nvPr/>
        </p:nvCxnSpPr>
        <p:spPr>
          <a:xfrm>
            <a:off x="955040" y="1825625"/>
            <a:ext cx="45313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491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3B78-F317-981A-C9B8-413E530B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PHÂN TÍCH VÀ THIẾT KẾ GIAO DIỆN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D829F-48DC-7F53-AB9A-67C3B2314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Thiết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kế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giao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diện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thân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thiện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với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người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dùng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Giao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diện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trang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chủ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dễ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nhìn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dễ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đọc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nút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điều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hướng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cần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thiết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kế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cách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rõ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ràng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dễ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sử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dụng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để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người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dùng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thể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dễ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dàng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điều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hướng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trang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Tính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tương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thích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Đảm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bảo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giao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diện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hiển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thị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đẹp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đầy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đủ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chức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năng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trên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mọi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thiết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bị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khác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nhau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Đảm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bảo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đồng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nhất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về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kiểu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chữ,màu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sắc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A41C6-C296-06CB-3DCC-94F9C098BBDD}"/>
              </a:ext>
            </a:extLst>
          </p:cNvPr>
          <p:cNvSpPr txBox="1"/>
          <p:nvPr/>
        </p:nvSpPr>
        <p:spPr>
          <a:xfrm>
            <a:off x="838200" y="1333181"/>
            <a:ext cx="79705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tả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yêu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phi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chức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1F51C6-20AA-AEB7-6466-179E64AF8229}"/>
              </a:ext>
            </a:extLst>
          </p:cNvPr>
          <p:cNvCxnSpPr>
            <a:cxnSpLocks/>
          </p:cNvCxnSpPr>
          <p:nvPr/>
        </p:nvCxnSpPr>
        <p:spPr>
          <a:xfrm>
            <a:off x="955040" y="1825625"/>
            <a:ext cx="45313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437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3B78-F317-981A-C9B8-413E530B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PHÂN TÍCH VÀ THIẾT KẾ GIAO DIỆN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D829F-48DC-7F53-AB9A-67C3B2314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Giao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chủ</a:t>
            </a:r>
            <a:endParaRPr lang="en-US" dirty="0"/>
          </a:p>
          <a:p>
            <a:r>
              <a:rPr lang="en-US" dirty="0"/>
              <a:t>Giao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/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ký</a:t>
            </a:r>
            <a:endParaRPr lang="en-US" dirty="0"/>
          </a:p>
          <a:p>
            <a:r>
              <a:rPr lang="en-US" dirty="0"/>
              <a:t>Giao </a:t>
            </a:r>
            <a:r>
              <a:rPr lang="en-US" dirty="0" err="1"/>
              <a:t>diện</a:t>
            </a:r>
            <a:r>
              <a:rPr lang="en-US" dirty="0"/>
              <a:t> chi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endParaRPr lang="en-US" dirty="0"/>
          </a:p>
          <a:p>
            <a:r>
              <a:rPr lang="en-US" dirty="0"/>
              <a:t>Giao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giỏ</a:t>
            </a:r>
            <a:r>
              <a:rPr lang="en-US" dirty="0"/>
              <a:t> </a:t>
            </a:r>
            <a:r>
              <a:rPr lang="en-US" dirty="0" err="1"/>
              <a:t>hàng</a:t>
            </a:r>
            <a:endParaRPr lang="en-US" dirty="0"/>
          </a:p>
          <a:p>
            <a:r>
              <a:rPr lang="en-US" dirty="0"/>
              <a:t>Giao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đơn</a:t>
            </a:r>
            <a:endParaRPr lang="en-US" dirty="0"/>
          </a:p>
          <a:p>
            <a:r>
              <a:rPr lang="en-US" dirty="0"/>
              <a:t>Giao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trị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A41C6-C296-06CB-3DCC-94F9C098BBDD}"/>
              </a:ext>
            </a:extLst>
          </p:cNvPr>
          <p:cNvSpPr txBox="1"/>
          <p:nvPr/>
        </p:nvSpPr>
        <p:spPr>
          <a:xfrm>
            <a:off x="838200" y="1333181"/>
            <a:ext cx="79705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1F51C6-20AA-AEB7-6466-179E64AF8229}"/>
              </a:ext>
            </a:extLst>
          </p:cNvPr>
          <p:cNvCxnSpPr>
            <a:cxnSpLocks/>
          </p:cNvCxnSpPr>
          <p:nvPr/>
        </p:nvCxnSpPr>
        <p:spPr>
          <a:xfrm>
            <a:off x="955040" y="1825625"/>
            <a:ext cx="45313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8597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3B78-F317-981A-C9B8-413E530B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KẾT QUẢ NGHIÊN CỨU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D829F-48DC-7F53-AB9A-67C3B2314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A41C6-C296-06CB-3DCC-94F9C098BBDD}"/>
              </a:ext>
            </a:extLst>
          </p:cNvPr>
          <p:cNvSpPr txBox="1"/>
          <p:nvPr/>
        </p:nvSpPr>
        <p:spPr>
          <a:xfrm>
            <a:off x="838200" y="1333181"/>
            <a:ext cx="79705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Giao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trang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1F51C6-20AA-AEB7-6466-179E64AF8229}"/>
              </a:ext>
            </a:extLst>
          </p:cNvPr>
          <p:cNvCxnSpPr>
            <a:cxnSpLocks/>
          </p:cNvCxnSpPr>
          <p:nvPr/>
        </p:nvCxnSpPr>
        <p:spPr>
          <a:xfrm>
            <a:off x="955040" y="1825625"/>
            <a:ext cx="45313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6358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3B78-F317-981A-C9B8-413E530B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KẾT QUẢ NGHIÊN CỨU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D829F-48DC-7F53-AB9A-67C3B2314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A41C6-C296-06CB-3DCC-94F9C098BBDD}"/>
              </a:ext>
            </a:extLst>
          </p:cNvPr>
          <p:cNvSpPr txBox="1"/>
          <p:nvPr/>
        </p:nvSpPr>
        <p:spPr>
          <a:xfrm>
            <a:off x="838200" y="1333181"/>
            <a:ext cx="79705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Giao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trang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1F51C6-20AA-AEB7-6466-179E64AF8229}"/>
              </a:ext>
            </a:extLst>
          </p:cNvPr>
          <p:cNvCxnSpPr>
            <a:cxnSpLocks/>
          </p:cNvCxnSpPr>
          <p:nvPr/>
        </p:nvCxnSpPr>
        <p:spPr>
          <a:xfrm>
            <a:off x="955040" y="1825625"/>
            <a:ext cx="45313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3264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3B78-F317-981A-C9B8-413E530B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KẾT QUẢ NGHIÊN CỨU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D829F-48DC-7F53-AB9A-67C3B2314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A41C6-C296-06CB-3DCC-94F9C098BBDD}"/>
              </a:ext>
            </a:extLst>
          </p:cNvPr>
          <p:cNvSpPr txBox="1"/>
          <p:nvPr/>
        </p:nvSpPr>
        <p:spPr>
          <a:xfrm>
            <a:off x="838200" y="1333181"/>
            <a:ext cx="79705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Giao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trang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1F51C6-20AA-AEB7-6466-179E64AF8229}"/>
              </a:ext>
            </a:extLst>
          </p:cNvPr>
          <p:cNvCxnSpPr>
            <a:cxnSpLocks/>
          </p:cNvCxnSpPr>
          <p:nvPr/>
        </p:nvCxnSpPr>
        <p:spPr>
          <a:xfrm>
            <a:off x="955040" y="1825625"/>
            <a:ext cx="45313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3535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3B78-F317-981A-C9B8-413E530B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KẾT QUẢ NGHIÊN CỨU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D829F-48DC-7F53-AB9A-67C3B2314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A41C6-C296-06CB-3DCC-94F9C098BBDD}"/>
              </a:ext>
            </a:extLst>
          </p:cNvPr>
          <p:cNvSpPr txBox="1"/>
          <p:nvPr/>
        </p:nvSpPr>
        <p:spPr>
          <a:xfrm>
            <a:off x="838200" y="1333181"/>
            <a:ext cx="79705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Giao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trang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1F51C6-20AA-AEB7-6466-179E64AF8229}"/>
              </a:ext>
            </a:extLst>
          </p:cNvPr>
          <p:cNvCxnSpPr>
            <a:cxnSpLocks/>
          </p:cNvCxnSpPr>
          <p:nvPr/>
        </p:nvCxnSpPr>
        <p:spPr>
          <a:xfrm>
            <a:off x="955040" y="1825625"/>
            <a:ext cx="45313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504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3B78-F317-981A-C9B8-413E530B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KẾT QUẢ NGHIÊN CỨU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D829F-48DC-7F53-AB9A-67C3B2314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A41C6-C296-06CB-3DCC-94F9C098BBDD}"/>
              </a:ext>
            </a:extLst>
          </p:cNvPr>
          <p:cNvSpPr txBox="1"/>
          <p:nvPr/>
        </p:nvSpPr>
        <p:spPr>
          <a:xfrm>
            <a:off x="838200" y="1333181"/>
            <a:ext cx="79705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Giao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trang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1F51C6-20AA-AEB7-6466-179E64AF8229}"/>
              </a:ext>
            </a:extLst>
          </p:cNvPr>
          <p:cNvCxnSpPr>
            <a:cxnSpLocks/>
          </p:cNvCxnSpPr>
          <p:nvPr/>
        </p:nvCxnSpPr>
        <p:spPr>
          <a:xfrm>
            <a:off x="955040" y="1825625"/>
            <a:ext cx="45313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18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3B78-F317-981A-C9B8-413E530B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KẾT QUẢ NGHIÊN CỨU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D829F-48DC-7F53-AB9A-67C3B2314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A41C6-C296-06CB-3DCC-94F9C098BBDD}"/>
              </a:ext>
            </a:extLst>
          </p:cNvPr>
          <p:cNvSpPr txBox="1"/>
          <p:nvPr/>
        </p:nvSpPr>
        <p:spPr>
          <a:xfrm>
            <a:off x="838200" y="1333181"/>
            <a:ext cx="79705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Giao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trang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1F51C6-20AA-AEB7-6466-179E64AF8229}"/>
              </a:ext>
            </a:extLst>
          </p:cNvPr>
          <p:cNvCxnSpPr>
            <a:cxnSpLocks/>
          </p:cNvCxnSpPr>
          <p:nvPr/>
        </p:nvCxnSpPr>
        <p:spPr>
          <a:xfrm>
            <a:off x="955040" y="1825625"/>
            <a:ext cx="45313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1598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927</Words>
  <Application>Microsoft Office PowerPoint</Application>
  <PresentationFormat>Widescreen</PresentationFormat>
  <Paragraphs>70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Wingdings</vt:lpstr>
      <vt:lpstr>Office Theme</vt:lpstr>
      <vt:lpstr>PowerPoint Presentation</vt:lpstr>
      <vt:lpstr>NỘI DUNG TRÌNH BÀY</vt:lpstr>
      <vt:lpstr>TỔNG QUAN VỀ ĐỀ TÀI</vt:lpstr>
      <vt:lpstr>TỔNG QUAN VỀ ĐỀ TÀI</vt:lpstr>
      <vt:lpstr>TỔNG QUAN VỀ ĐỀ TÀI</vt:lpstr>
      <vt:lpstr>CƠ SỞ LÝ THUYẾT</vt:lpstr>
      <vt:lpstr>CƠ SỞ LÝ THUYẾT</vt:lpstr>
      <vt:lpstr>CƠ SỞ LÝ THUYẾT</vt:lpstr>
      <vt:lpstr>PHÂN TÍCH VÀ THIẾT KẾ GIAO DIỆN</vt:lpstr>
      <vt:lpstr>PHÂN TÍCH VÀ THIẾT KẾ GIAO DIỆN</vt:lpstr>
      <vt:lpstr>PHÂN TÍCH VÀ THIẾT KẾ GIAO DIỆN</vt:lpstr>
      <vt:lpstr>KẾT QUẢ NGHIÊN CỨU</vt:lpstr>
      <vt:lpstr>KẾT QUẢ NGHIÊN CỨU</vt:lpstr>
      <vt:lpstr>KẾT QUẢ NGHIÊN CỨU</vt:lpstr>
      <vt:lpstr>KẾT QUẢ NGHIÊN CỨU</vt:lpstr>
      <vt:lpstr>KẾT QUẢ NGHIÊN CỨU</vt:lpstr>
      <vt:lpstr>KẾT QUẢ NGHIÊN CỨU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10</cp:revision>
  <dcterms:created xsi:type="dcterms:W3CDTF">2026-01-03T12:12:04Z</dcterms:created>
  <dcterms:modified xsi:type="dcterms:W3CDTF">2026-01-04T14:21:51Z</dcterms:modified>
</cp:coreProperties>
</file>
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D62C8-50A4-537A-2B77-9441F203D5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FC97E3-5314-B824-4495-E7F779FA7B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1EBA4-FC09-0C79-6636-13E401BD4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4CFA0-A6D9-4028-808A-1FA09B4D900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CDCC3-7B31-372E-410B-030B71F9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DC118-3353-BAC4-C7BD-BC4BBE6C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FD2C-4AD9-4F06-A4DD-25FB58EBD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52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91CF5-FCEA-E3C9-6BB7-272614B2B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F8FB7-DF98-4CCB-8099-24A53B156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B6422-1A3C-D9E5-1CC3-225B2B1D5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4CFA0-A6D9-4028-808A-1FA09B4D900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12C9F-9885-12D0-7856-739CB510A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C21AB-2196-7BC7-4BC4-E47E46361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FD2C-4AD9-4F06-A4DD-25FB58EBD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77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79FA3-CBE3-9818-3658-B82509D0F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5AE32-5479-7404-08D7-D5FEF4A18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68EBD-9DC9-037E-F563-EF4AA8B0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4CFA0-A6D9-4028-808A-1FA09B4D900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B3BC0-D198-9B00-6174-2C837F822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0B894-2E14-79F6-5CC5-3E0FA3A55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FD2C-4AD9-4F06-A4DD-25FB58EBD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8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8847-2C4C-6BBD-85F2-A959D2280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8C7DA-FD76-BEA8-DE0A-19941731D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52E523-DC96-C3DE-AF92-48349B6AF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5470D-FFE1-3391-1A8A-88E9EEC72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4CFA0-A6D9-4028-808A-1FA09B4D900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3FF46-8362-0557-E55E-9AE988B67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D4F2E-FBCC-5326-D957-7C966201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FD2C-4AD9-4F06-A4DD-25FB58EBD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33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780A7-C8F9-8440-FD13-72706E21F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BFE4E-B78A-B9B1-3941-010BA5489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60D5DA-6F3D-CB85-777A-A12BF483D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B22422-D74F-0E00-2BB8-73457A7C26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E17A2E-DA58-2D1E-148F-03D6F095D1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84FE07-018C-259C-FEF4-5A84F9AA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4CFA0-A6D9-4028-808A-1FA09B4D900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AC3F26-E371-E311-028E-7DA193359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A11C83-CC3E-8157-33B9-364BF3EEF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FD2C-4AD9-4F06-A4DD-25FB58EBD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241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B31B3-F6C2-66A4-8699-5C9657A02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347F39-9E79-F272-B301-46DBAB6B8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4CFA0-A6D9-4028-808A-1FA09B4D900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1008-A106-FB76-E0D8-7E509036B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17356-0CE8-29E2-7A34-7313D4CD0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FD2C-4AD9-4F06-A4DD-25FB58EBD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72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9D071B-CCB9-C346-B8C5-585133000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4CFA0-A6D9-4028-808A-1FA09B4D900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9EBA8-DB33-7888-579E-1E7701D39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53C18-2766-28B0-823F-D032A0141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FD2C-4AD9-4F06-A4DD-25FB58EBD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706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F2BBE-0B98-4D8C-BC11-34020D5B6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ED127-4001-82F6-ED5D-5575273B5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DA6E8-A295-414A-72E4-032F5BD71B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021F6-90E0-6333-3F83-E366BF741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4CFA0-A6D9-4028-808A-1FA09B4D900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A633B-4333-4383-5851-FFBD4E47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1D5AE-48C7-6C0E-B22D-C2B282CB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FD2C-4AD9-4F06-A4DD-25FB58EBD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536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03D75-B65E-B3BF-432C-246E38F6D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5B7642-0F3D-29FE-1FE8-BAFC7C705B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57DB0-C9D0-91EC-F6AB-CF2422F29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83FA0-20C5-37CD-1260-653A1EE00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4CFA0-A6D9-4028-808A-1FA09B4D900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EA12E-3164-87D8-8571-5E59AE630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B278B-065B-275E-44F2-D81E4812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FD2C-4AD9-4F06-A4DD-25FB58EBD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250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2FECF-4B53-667F-0C69-071A19AD1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7C43B7-F52D-B427-DB30-13BF460CE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751B0-5A84-C6CE-CC5E-DF637A34A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4CFA0-A6D9-4028-808A-1FA09B4D900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23161-A20E-3DB6-0B09-C7AAFDD9B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FCE49-C9D6-6B6F-CDD9-4AEB3113D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FD2C-4AD9-4F06-A4DD-25FB58EBD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00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EDC69E-C4B2-BA44-B176-D6F29FB6B5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3AB65-05E8-93FC-5B71-E611388EA4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66E13-0596-8642-12CE-278E92DF5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4CFA0-A6D9-4028-808A-1FA09B4D900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6AA29-5586-BB57-4CE0-692F9DE38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20586-00DB-AA4D-3DCB-88605CCC1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FD2C-4AD9-4F06-A4DD-25FB58EBD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2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0FDE42-351F-0376-E67C-AFD166E3D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F297B-517A-CB0A-2483-0C3D68A87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DB101-6773-1F3B-233F-E25C51D0A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C4CFA0-A6D9-4028-808A-1FA09B4D900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13EA4-346B-AC0C-10E9-AD9EF373A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24428-18E6-E1CA-F913-10899FBBA9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5CFD2C-4AD9-4F06-A4DD-25FB58EBD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661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DD6FE5-6D28-5F62-0B81-C9CFAABE6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95" y="71120"/>
            <a:ext cx="1774090" cy="17679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A8B348-01AD-4CDE-19D3-9187E770341E}"/>
              </a:ext>
            </a:extLst>
          </p:cNvPr>
          <p:cNvSpPr txBox="1"/>
          <p:nvPr/>
        </p:nvSpPr>
        <p:spPr>
          <a:xfrm>
            <a:off x="2346959" y="259080"/>
            <a:ext cx="86360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TRƯỜNG KỸ THUẬT VÀ CÔNG NGHỆ</a:t>
            </a:r>
          </a:p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	KHOA CÔNG NGHỆ THÔNG TIN</a:t>
            </a:r>
            <a:endParaRPr lang="en-US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E52BAD-0C5F-7823-01D5-E6105C9A7AD1}"/>
              </a:ext>
            </a:extLst>
          </p:cNvPr>
          <p:cNvSpPr txBox="1"/>
          <p:nvPr/>
        </p:nvSpPr>
        <p:spPr>
          <a:xfrm>
            <a:off x="6096000" y="2824480"/>
            <a:ext cx="45719" cy="431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D257C4-2DB8-49EE-BAE0-3C52630A272D}"/>
              </a:ext>
            </a:extLst>
          </p:cNvPr>
          <p:cNvSpPr txBox="1"/>
          <p:nvPr/>
        </p:nvSpPr>
        <p:spPr>
          <a:xfrm>
            <a:off x="3759200" y="1672998"/>
            <a:ext cx="5008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ĐỒ ÁN CƠ SỞ NGÀNH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86C912-984F-51E6-9946-FBD200816825}"/>
              </a:ext>
            </a:extLst>
          </p:cNvPr>
          <p:cNvSpPr txBox="1"/>
          <p:nvPr/>
        </p:nvSpPr>
        <p:spPr>
          <a:xfrm>
            <a:off x="5638800" y="262636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2722D6-8962-829A-E085-3FF11FA6F698}"/>
              </a:ext>
            </a:extLst>
          </p:cNvPr>
          <p:cNvSpPr txBox="1"/>
          <p:nvPr/>
        </p:nvSpPr>
        <p:spPr>
          <a:xfrm>
            <a:off x="2433318" y="2705725"/>
            <a:ext cx="74168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XÂY DỰNG WEBSITE BÁN TRÁI CÂY NHẬP KHẨU</a:t>
            </a:r>
            <a:endParaRPr lang="en-US" sz="4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86236C-7D8A-8394-AA91-E87C9D8CC3FE}"/>
              </a:ext>
            </a:extLst>
          </p:cNvPr>
          <p:cNvSpPr txBox="1"/>
          <p:nvPr/>
        </p:nvSpPr>
        <p:spPr>
          <a:xfrm>
            <a:off x="3393438" y="5029260"/>
            <a:ext cx="54965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GVHD: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Dương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Ngọc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Vân Khanh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SVTH: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Nguyễn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Quốc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Anh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MSSV: 110123244</a:t>
            </a:r>
          </a:p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DA23TTB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5AE0ED1-3F94-7C4D-8F71-5685B5DD825D}"/>
              </a:ext>
            </a:extLst>
          </p:cNvPr>
          <p:cNvCxnSpPr>
            <a:cxnSpLocks/>
          </p:cNvCxnSpPr>
          <p:nvPr/>
        </p:nvCxnSpPr>
        <p:spPr>
          <a:xfrm>
            <a:off x="3393438" y="4744720"/>
            <a:ext cx="5689599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3458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69E0-F90D-215A-028E-9B7198673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NỘI DUNG TRÌNH BÀY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B368E-EE52-3EFE-00C3-9A3A158D0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</a:p>
          <a:p>
            <a:pPr marL="514350" indent="-514350">
              <a:buAutoNum type="arabicPeriod"/>
            </a:pP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606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EE50A-D8E2-8E3F-A0F1-0341C15F2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TỔNG QUAN VỀ ĐỀ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19BA8-E877-0FED-BBB2-1D06DDFD6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Do</a:t>
            </a:r>
            <a:r>
              <a:rPr lang="en-U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nhu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cầu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sử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trái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cây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nhập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khẩu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xã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hội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hiện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đại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ngày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càng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cao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sự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trôi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nổi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tràn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những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thông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tin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trái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cây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chưa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kiểm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chứng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xác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thực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trên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nền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tảng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mạng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xã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hội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Cần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chính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thống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bán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loại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trái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cây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thông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tin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xuất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xứ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rõ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ràng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cùng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quy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cách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sử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Xuất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phát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những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bất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cập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khó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khăn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muốn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bản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than,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đó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lý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do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mà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em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chọn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tài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“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Xây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dựng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website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bán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trái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cây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nhập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khẩu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”.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7AE4E5-931E-0D9B-A254-DAC66FD9F4F7}"/>
              </a:ext>
            </a:extLst>
          </p:cNvPr>
          <p:cNvSpPr txBox="1"/>
          <p:nvPr/>
        </p:nvSpPr>
        <p:spPr>
          <a:xfrm>
            <a:off x="838200" y="1333182"/>
            <a:ext cx="42722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Lý do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211E40-770D-77F7-1F3E-37EF3284D903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2834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665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A0CA6-DAB4-78FE-91CD-114707BF7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TỔNG QUAN VỀ ĐỀ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DC98D-4B67-63CB-7504-83B7A1A42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giỏ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chi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dễ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phù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Website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dễ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mọi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tượng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đảm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tín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C0907-E95B-973E-4A1B-3F02A5E313DA}"/>
              </a:ext>
            </a:extLst>
          </p:cNvPr>
          <p:cNvSpPr txBox="1"/>
          <p:nvPr/>
        </p:nvSpPr>
        <p:spPr>
          <a:xfrm>
            <a:off x="838200" y="1333182"/>
            <a:ext cx="42722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C0CBF0-00D4-E400-9EC5-C00378E94EE5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31292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20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96C6-4D72-FAC9-E095-03C9AB5F4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TỔNG QUAN VỀ ĐỀ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DC9F2-2901-6591-63D1-2D1CA989B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website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khẩu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.</a:t>
            </a:r>
          </a:p>
          <a:p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website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chi </a:t>
            </a:r>
            <a:r>
              <a:rPr lang="en-US" dirty="0" err="1"/>
              <a:t>tiết</a:t>
            </a:r>
            <a:r>
              <a:rPr lang="en-US" dirty="0"/>
              <a:t>,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giỏ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.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25CDAA-5B44-BAFE-2602-562077FDAE54}"/>
              </a:ext>
            </a:extLst>
          </p:cNvPr>
          <p:cNvSpPr txBox="1"/>
          <p:nvPr/>
        </p:nvSpPr>
        <p:spPr>
          <a:xfrm>
            <a:off x="838200" y="1333182"/>
            <a:ext cx="55321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tượng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phạm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vi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05FDBF1-BC69-0E42-2E1E-067DD0D01F95}"/>
              </a:ext>
            </a:extLst>
          </p:cNvPr>
          <p:cNvCxnSpPr/>
          <p:nvPr/>
        </p:nvCxnSpPr>
        <p:spPr>
          <a:xfrm>
            <a:off x="955040" y="1825625"/>
            <a:ext cx="51409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365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CƠ SỞ LÝ THUYẾT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HTML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“</a:t>
            </a:r>
            <a:r>
              <a:rPr lang="en-US" dirty="0" err="1"/>
              <a:t>khung</a:t>
            </a:r>
            <a:r>
              <a:rPr lang="en-US" dirty="0"/>
              <a:t> </a:t>
            </a:r>
            <a:r>
              <a:rPr lang="en-US" dirty="0" err="1"/>
              <a:t>sườn</a:t>
            </a:r>
            <a:r>
              <a:rPr lang="en-US" dirty="0"/>
              <a:t>”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web,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HTML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chia </a:t>
            </a:r>
            <a:r>
              <a:rPr lang="en-US" dirty="0" err="1"/>
              <a:t>bố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 website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</a:pPr>
            <a:r>
              <a:rPr lang="en-US" dirty="0"/>
              <a:t>CSS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căn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layout,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bấm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</a:pPr>
            <a:r>
              <a:rPr lang="en-US" dirty="0"/>
              <a:t>JavaScript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website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bấm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2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ngôn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ngữ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(1)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131099-9494-C33F-91D3-2A613607564C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67970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411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CƠ SỞ LÝ THUYẾT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PHP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logic </a:t>
            </a:r>
            <a:r>
              <a:rPr lang="en-US" dirty="0" err="1"/>
              <a:t>phía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,...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</a:pPr>
            <a:r>
              <a:rPr lang="en-US" dirty="0"/>
              <a:t>MySQL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website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phẩm,hóa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 err="1">
                <a:sym typeface="Wingdings" panose="05000000000000000000" pitchFamily="2" charset="2"/>
              </a:rPr>
              <a:t>Các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ngôn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ngữ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trên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đã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được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học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kết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hợp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lại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tạo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nên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sự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hài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hòa,logic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chặt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chẽ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giữa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các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thành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phần</a:t>
            </a:r>
            <a:r>
              <a:rPr lang="en-US" dirty="0">
                <a:sym typeface="Wingdings" panose="05000000000000000000" pitchFamily="2" charset="2"/>
              </a:rPr>
              <a:t>. </a:t>
            </a:r>
            <a:r>
              <a:rPr lang="en-US" dirty="0" err="1">
                <a:sym typeface="Wingdings" panose="05000000000000000000" pitchFamily="2" charset="2"/>
              </a:rPr>
              <a:t>Những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thành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phần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này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đóng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vai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trò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quan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trọng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trong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việc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hình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thành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nên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được</a:t>
            </a:r>
            <a:r>
              <a:rPr lang="en-US" dirty="0">
                <a:sym typeface="Wingdings" panose="05000000000000000000" pitchFamily="2" charset="2"/>
              </a:rPr>
              <a:t> website.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2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ngôn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ngữ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(2)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67970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422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CƠ SỞ LÝ THUYẾT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XAMPP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 </a:t>
            </a: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website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</a:pPr>
            <a:r>
              <a:rPr lang="en-US" dirty="0"/>
              <a:t>Visual Studio Code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nguồn,hỗ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</a:pPr>
            <a:r>
              <a:rPr lang="en-US" dirty="0"/>
              <a:t>phpMyAdmin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web,giúp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2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ngôn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ngữ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(3)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67970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5694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PHÂN TÍCH VÀ THIẾT KẾ GIAO DIỆN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Hiển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website: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hiển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tùy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xem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chi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từng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vi-VN" dirty="0"/>
              <a:t>Hiển thị các loại trái cây mà người dùng đã thêm vào giỏ hàng: hiển thị danh sách những loại trái cây mà người dùng thêm vào giỏ và tùy chọn thanh toán theo từng loại trái cây.</a:t>
            </a:r>
          </a:p>
          <a:p>
            <a:pPr>
              <a:lnSpc>
                <a:spcPct val="110000"/>
              </a:lnSpc>
            </a:pP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: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1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tả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45313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491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PHÂN TÍCH VÀ THIẾT KẾ GIAO DIỆN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Thiết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kế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giao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diện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thân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thiện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người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dùng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Giao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diện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chủ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dễ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nhìn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dễ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đọc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nút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điều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hướng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cần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thiết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kế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cách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rõ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ràng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dễ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sử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để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người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dùng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thể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dễ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dàng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điều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hướng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Tính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tương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thích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Đảm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bảo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giao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diện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hiển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thị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đẹp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đầy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đủ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chức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trên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mọi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thiết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bị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khác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nhau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Đảm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bảo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đồng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nhất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về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kiểu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chữ,màu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sắc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1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tả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phi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45313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437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PHÂN TÍCH VÀ THIẾT KẾ GIAO DIỆN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chủ</a:t>
            </a:r>
            <a:endParaRPr lang="en-US" dirty="0"/>
          </a:p>
          <a:p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/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endParaRPr lang="en-US" dirty="0"/>
          </a:p>
          <a:p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endParaRPr lang="en-US" dirty="0"/>
          </a:p>
          <a:p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giỏ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lang="en-US" dirty="0"/>
          </a:p>
          <a:p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đơn</a:t>
            </a:r>
            <a:endParaRPr lang="en-US" dirty="0"/>
          </a:p>
          <a:p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1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45313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8597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KẾT QUẢ NGHIÊN CỨU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0588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Giao </a:t>
            </a:r>
            <a:r>
              <a:rPr lang="en-US" sz="2400" dirty="0" err="1"/>
              <a:t>diện</a:t>
            </a:r>
            <a:r>
              <a:rPr lang="en-US" sz="2400" dirty="0"/>
              <a:t> </a:t>
            </a:r>
            <a:r>
              <a:rPr lang="en-US" sz="2400" dirty="0" err="1"/>
              <a:t>trang</a:t>
            </a:r>
            <a:r>
              <a:rPr lang="en-US" sz="2400" dirty="0"/>
              <a:t> </a:t>
            </a:r>
            <a:r>
              <a:rPr lang="en-US" sz="2400" dirty="0" err="1"/>
              <a:t>chủ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4 layout </a:t>
            </a:r>
            <a:r>
              <a:rPr lang="en-US" sz="2400" dirty="0" err="1"/>
              <a:t>chính</a:t>
            </a:r>
            <a:r>
              <a:rPr lang="en-US" sz="2400" dirty="0"/>
              <a:t>:</a:t>
            </a:r>
          </a:p>
          <a:p>
            <a:r>
              <a:rPr lang="en-US" sz="2400" dirty="0" err="1"/>
              <a:t>Phần</a:t>
            </a:r>
            <a:r>
              <a:rPr lang="en-US" sz="2400" dirty="0"/>
              <a:t> header ở </a:t>
            </a:r>
            <a:r>
              <a:rPr lang="en-US" sz="2400" dirty="0" err="1"/>
              <a:t>phía</a:t>
            </a:r>
            <a:r>
              <a:rPr lang="en-US" sz="2400" dirty="0"/>
              <a:t>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chứa</a:t>
            </a:r>
            <a:r>
              <a:rPr lang="en-US" sz="2400" dirty="0"/>
              <a:t> logo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khẩu</a:t>
            </a:r>
            <a:r>
              <a:rPr lang="en-US" sz="2400" dirty="0"/>
              <a:t> </a:t>
            </a:r>
            <a:r>
              <a:rPr lang="en-US" sz="2400" dirty="0" err="1"/>
              <a:t>hiệu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Phần</a:t>
            </a:r>
            <a:r>
              <a:rPr lang="en-US" sz="2400" dirty="0"/>
              <a:t> menu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chức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, </a:t>
            </a:r>
            <a:r>
              <a:rPr lang="en-US" sz="2400" dirty="0" err="1"/>
              <a:t>lọc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, </a:t>
            </a:r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/>
              <a:t>nhập</a:t>
            </a:r>
            <a:r>
              <a:rPr lang="en-US" sz="2400" dirty="0"/>
              <a:t>, </a:t>
            </a:r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/>
              <a:t>ký</a:t>
            </a:r>
            <a:r>
              <a:rPr lang="en-US" sz="2400" dirty="0"/>
              <a:t>,…</a:t>
            </a:r>
          </a:p>
          <a:p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trung</a:t>
            </a:r>
            <a:r>
              <a:rPr lang="en-US" sz="2400" dirty="0"/>
              <a:t> </a:t>
            </a:r>
            <a:r>
              <a:rPr lang="en-US" sz="2400" dirty="0" err="1"/>
              <a:t>tầm</a:t>
            </a:r>
            <a:r>
              <a:rPr lang="en-US" sz="2400" dirty="0"/>
              <a:t> </a:t>
            </a:r>
            <a:r>
              <a:rPr lang="en-US" sz="2400" dirty="0" err="1"/>
              <a:t>gồm</a:t>
            </a:r>
            <a:r>
              <a:rPr lang="en-US" sz="2400" dirty="0"/>
              <a:t> banner </a:t>
            </a:r>
            <a:r>
              <a:rPr lang="en-US" sz="2400" dirty="0" err="1"/>
              <a:t>giới</a:t>
            </a:r>
            <a:r>
              <a:rPr lang="en-US" sz="2400" dirty="0"/>
              <a:t> </a:t>
            </a:r>
            <a:r>
              <a:rPr lang="en-US" sz="2400" dirty="0" err="1"/>
              <a:t>thiệu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content </a:t>
            </a:r>
            <a:r>
              <a:rPr lang="en-US" sz="2400" dirty="0" err="1"/>
              <a:t>chứa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r>
              <a:rPr lang="en-US" sz="2400" dirty="0"/>
              <a:t> tin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Phần</a:t>
            </a:r>
            <a:r>
              <a:rPr lang="en-US" sz="2400" dirty="0"/>
              <a:t> header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r>
              <a:rPr lang="en-US" sz="2400" dirty="0"/>
              <a:t> tin </a:t>
            </a:r>
            <a:r>
              <a:rPr lang="en-US" sz="2400" dirty="0" err="1"/>
              <a:t>liên</a:t>
            </a:r>
            <a:r>
              <a:rPr lang="en-US" sz="2400" dirty="0"/>
              <a:t> </a:t>
            </a:r>
            <a:r>
              <a:rPr lang="en-US" sz="2400" dirty="0" err="1"/>
              <a:t>lạc</a:t>
            </a:r>
            <a:r>
              <a:rPr lang="en-US" sz="2400" dirty="0"/>
              <a:t>, </a:t>
            </a:r>
            <a:r>
              <a:rPr lang="en-US" sz="2400" dirty="0" err="1"/>
              <a:t>địa</a:t>
            </a:r>
            <a:r>
              <a:rPr lang="en-US" sz="2400" dirty="0"/>
              <a:t> </a:t>
            </a:r>
            <a:r>
              <a:rPr lang="en-US" sz="2400" dirty="0" err="1"/>
              <a:t>chỉ</a:t>
            </a:r>
            <a:r>
              <a:rPr lang="en-US" sz="2400" dirty="0"/>
              <a:t> </a:t>
            </a:r>
            <a:r>
              <a:rPr lang="en-US" sz="2400" dirty="0" err="1"/>
              <a:t>mua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, </a:t>
            </a:r>
            <a:r>
              <a:rPr lang="en-US" sz="2400" dirty="0" err="1"/>
              <a:t>liên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mạng</a:t>
            </a:r>
            <a:r>
              <a:rPr lang="en-US" sz="2400" dirty="0"/>
              <a:t> </a:t>
            </a:r>
            <a:r>
              <a:rPr lang="en-US" sz="2400" dirty="0" err="1"/>
              <a:t>xã</a:t>
            </a:r>
            <a:r>
              <a:rPr lang="en-US" sz="2400" dirty="0"/>
              <a:t> </a:t>
            </a:r>
            <a:r>
              <a:rPr lang="en-US" sz="2400" dirty="0" err="1"/>
              <a:t>hội</a:t>
            </a:r>
            <a:r>
              <a:rPr lang="en-US" sz="24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1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29362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0EE0EF2-E8BC-E5CC-BBAA-102E213CF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1" y="1333181"/>
            <a:ext cx="3361210" cy="4579939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16358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KẾT QUẢ NGHIÊN CỨU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68452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Giao </a:t>
            </a:r>
            <a:r>
              <a:rPr lang="en-US" sz="2400" dirty="0" err="1"/>
              <a:t>diện</a:t>
            </a:r>
            <a:r>
              <a:rPr lang="en-US" sz="2400" dirty="0"/>
              <a:t> </a:t>
            </a:r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/>
              <a:t>ký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dùng</a:t>
            </a:r>
            <a:r>
              <a:rPr lang="en-US" sz="2400" dirty="0"/>
              <a:t> </a:t>
            </a:r>
            <a:r>
              <a:rPr lang="en-US" sz="2400" dirty="0" err="1"/>
              <a:t>nhập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r>
              <a:rPr lang="en-US" sz="2400" dirty="0"/>
              <a:t> tin </a:t>
            </a:r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/>
              <a:t>ký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dùng</a:t>
            </a:r>
            <a:r>
              <a:rPr lang="en-US" sz="2400" dirty="0"/>
              <a:t> </a:t>
            </a:r>
            <a:r>
              <a:rPr lang="en-US" sz="2400" dirty="0" err="1"/>
              <a:t>tài</a:t>
            </a:r>
            <a:r>
              <a:rPr lang="en-US" sz="2400" dirty="0"/>
              <a:t> </a:t>
            </a:r>
            <a:r>
              <a:rPr lang="en-US" sz="2400" dirty="0" err="1"/>
              <a:t>khoản</a:t>
            </a:r>
            <a:r>
              <a:rPr lang="en-US" sz="2400" dirty="0"/>
              <a:t> </a:t>
            </a:r>
            <a:r>
              <a:rPr lang="en-US" sz="2400" dirty="0" err="1"/>
              <a:t>đó</a:t>
            </a:r>
            <a:r>
              <a:rPr lang="en-US" sz="2400" dirty="0"/>
              <a:t> </a:t>
            </a:r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/>
              <a:t>nhập</a:t>
            </a:r>
            <a:endParaRPr lang="en-US" sz="2400" dirty="0"/>
          </a:p>
          <a:p>
            <a:r>
              <a:rPr lang="en-US" sz="2400" dirty="0" err="1"/>
              <a:t>Họ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tên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/>
              <a:t>ký</a:t>
            </a:r>
            <a:endParaRPr lang="en-US" sz="2400" dirty="0"/>
          </a:p>
          <a:p>
            <a:r>
              <a:rPr lang="en-US" sz="2400" dirty="0"/>
              <a:t>Email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/>
              <a:t>ký</a:t>
            </a:r>
            <a:endParaRPr lang="en-US" sz="2400" dirty="0"/>
          </a:p>
          <a:p>
            <a:r>
              <a:rPr lang="en-US" sz="2400" dirty="0" err="1"/>
              <a:t>Mật</a:t>
            </a:r>
            <a:r>
              <a:rPr lang="en-US" sz="2400" dirty="0"/>
              <a:t> </a:t>
            </a:r>
            <a:r>
              <a:rPr lang="en-US" sz="2400" dirty="0" err="1"/>
              <a:t>khẩu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/>
              <a:t>ký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1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đăng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 flipV="1">
            <a:off x="955040" y="1825624"/>
            <a:ext cx="2783840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5D65EEA-FEF5-5460-8496-91AD4EB1C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720" y="1918052"/>
            <a:ext cx="4646454" cy="1481384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73264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KẾT QUẢ NGHIÊN CỨU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3372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Giao </a:t>
            </a:r>
            <a:r>
              <a:rPr lang="en-US" sz="2400" dirty="0" err="1"/>
              <a:t>diện</a:t>
            </a:r>
            <a:r>
              <a:rPr lang="en-US" sz="2400" dirty="0"/>
              <a:t> </a:t>
            </a:r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/>
              <a:t>nhập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dùng</a:t>
            </a:r>
            <a:r>
              <a:rPr lang="en-US" sz="2400" dirty="0"/>
              <a:t> </a:t>
            </a:r>
            <a:r>
              <a:rPr lang="en-US" sz="2400" dirty="0" err="1"/>
              <a:t>nhập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r>
              <a:rPr lang="en-US" sz="2400" dirty="0"/>
              <a:t> tin </a:t>
            </a:r>
            <a:r>
              <a:rPr lang="en-US" sz="2400" dirty="0" err="1"/>
              <a:t>đã</a:t>
            </a:r>
            <a:r>
              <a:rPr lang="en-US" sz="2400" dirty="0"/>
              <a:t> </a:t>
            </a:r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/>
              <a:t>ký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website.</a:t>
            </a:r>
          </a:p>
          <a:p>
            <a:r>
              <a:rPr lang="en-US" sz="2400" dirty="0"/>
              <a:t>Email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dùng</a:t>
            </a:r>
            <a:r>
              <a:rPr lang="en-US" sz="2400" dirty="0"/>
              <a:t> </a:t>
            </a:r>
            <a:r>
              <a:rPr lang="en-US" sz="2400" dirty="0" err="1"/>
              <a:t>đã</a:t>
            </a:r>
            <a:r>
              <a:rPr lang="en-US" sz="2400" dirty="0"/>
              <a:t> </a:t>
            </a:r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/>
              <a:t>ký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Mật</a:t>
            </a:r>
            <a:r>
              <a:rPr lang="en-US" sz="2400" dirty="0"/>
              <a:t> </a:t>
            </a:r>
            <a:r>
              <a:rPr lang="en-US" sz="2400" dirty="0" err="1"/>
              <a:t>khẩu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dùng</a:t>
            </a:r>
            <a:r>
              <a:rPr lang="en-US" sz="2400" dirty="0"/>
              <a:t> </a:t>
            </a:r>
            <a:r>
              <a:rPr lang="en-US" sz="2400" dirty="0" err="1"/>
              <a:t>vừa</a:t>
            </a:r>
            <a:r>
              <a:rPr lang="en-US" sz="2400" dirty="0"/>
              <a:t> </a:t>
            </a:r>
            <a:r>
              <a:rPr lang="en-US" sz="2400" dirty="0" err="1"/>
              <a:t>mới</a:t>
            </a:r>
            <a:r>
              <a:rPr lang="en-US" sz="2400" dirty="0"/>
              <a:t> </a:t>
            </a:r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/>
              <a:t>ký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1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đăng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31800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3B83341-FA07-D096-B70E-008660CD7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920" y="1825624"/>
            <a:ext cx="5054706" cy="132556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93535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KẾT QUẢ NGHIÊN CỨU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18668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Giao </a:t>
            </a:r>
            <a:r>
              <a:rPr lang="en-US" sz="2400" dirty="0" err="1"/>
              <a:t>diện</a:t>
            </a:r>
            <a:r>
              <a:rPr lang="en-US" sz="2400" dirty="0"/>
              <a:t> chi </a:t>
            </a:r>
            <a:r>
              <a:rPr lang="en-US" sz="2400" dirty="0" err="1"/>
              <a:t>tiết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 </a:t>
            </a:r>
            <a:r>
              <a:rPr lang="en-US" sz="2400" dirty="0" err="1"/>
              <a:t>hiển</a:t>
            </a:r>
            <a:r>
              <a:rPr lang="en-US" sz="2400" dirty="0"/>
              <a:t> </a:t>
            </a:r>
            <a:r>
              <a:rPr lang="en-US" sz="2400" dirty="0" err="1"/>
              <a:t>thị</a:t>
            </a:r>
            <a:r>
              <a:rPr lang="en-US" sz="2400" dirty="0"/>
              <a:t> </a:t>
            </a:r>
            <a:r>
              <a:rPr lang="en-US" sz="2400" dirty="0" err="1"/>
              <a:t>tên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,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ảnh</a:t>
            </a:r>
            <a:r>
              <a:rPr lang="en-US" sz="2400" dirty="0"/>
              <a:t>,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tiền</a:t>
            </a:r>
            <a:r>
              <a:rPr lang="en-US" sz="2400" dirty="0"/>
              <a:t>, </a:t>
            </a:r>
            <a:r>
              <a:rPr lang="en-US" sz="2400" dirty="0" err="1"/>
              <a:t>xuất</a:t>
            </a:r>
            <a:r>
              <a:rPr lang="en-US" sz="2400" dirty="0"/>
              <a:t> </a:t>
            </a:r>
            <a:r>
              <a:rPr lang="en-US" sz="2400" dirty="0" err="1"/>
              <a:t>xứ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QR </a:t>
            </a:r>
            <a:r>
              <a:rPr lang="en-US" sz="2400" dirty="0" err="1"/>
              <a:t>thông</a:t>
            </a:r>
            <a:r>
              <a:rPr lang="en-US" sz="2400" dirty="0"/>
              <a:t> tin </a:t>
            </a:r>
            <a:r>
              <a:rPr lang="en-US" sz="2400" dirty="0" err="1"/>
              <a:t>xuất</a:t>
            </a:r>
            <a:r>
              <a:rPr lang="en-US" sz="2400" dirty="0"/>
              <a:t> </a:t>
            </a:r>
            <a:r>
              <a:rPr lang="en-US" sz="2400" dirty="0" err="1"/>
              <a:t>xứ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biết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 </a:t>
            </a:r>
            <a:r>
              <a:rPr lang="en-US" sz="2400" dirty="0" err="1"/>
              <a:t>đến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đâu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r>
              <a:rPr lang="en-US" sz="2400" dirty="0"/>
              <a:t> tin chi </a:t>
            </a:r>
            <a:r>
              <a:rPr lang="en-US" sz="2400" dirty="0" err="1"/>
              <a:t>tiết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1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chi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tiết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 flipV="1">
            <a:off x="955040" y="1825624"/>
            <a:ext cx="4135120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F80D51A-8705-C815-05FB-33CF77845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720" y="1825624"/>
            <a:ext cx="5405271" cy="3288379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62504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KẾT QUẢ NGHIÊN CỨU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4548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Giao </a:t>
            </a:r>
            <a:r>
              <a:rPr lang="en-US" sz="2400" dirty="0" err="1"/>
              <a:t>diện</a:t>
            </a:r>
            <a:r>
              <a:rPr lang="en-US" sz="2400" dirty="0"/>
              <a:t> </a:t>
            </a:r>
            <a:r>
              <a:rPr lang="en-US" sz="2400" dirty="0" err="1"/>
              <a:t>giỏ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 </a:t>
            </a:r>
            <a:r>
              <a:rPr lang="en-US" sz="2400" dirty="0" err="1"/>
              <a:t>hiển</a:t>
            </a:r>
            <a:r>
              <a:rPr lang="en-US" sz="2400" dirty="0"/>
              <a:t> </a:t>
            </a:r>
            <a:r>
              <a:rPr lang="en-US" sz="2400" dirty="0" err="1"/>
              <a:t>thị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 </a:t>
            </a:r>
            <a:r>
              <a:rPr lang="en-US" sz="2400" dirty="0" err="1"/>
              <a:t>trái</a:t>
            </a:r>
            <a:r>
              <a:rPr lang="en-US" sz="2400" dirty="0"/>
              <a:t> </a:t>
            </a:r>
            <a:r>
              <a:rPr lang="en-US" sz="2400" dirty="0" err="1"/>
              <a:t>cây</a:t>
            </a:r>
            <a:r>
              <a:rPr lang="en-US" sz="2400" dirty="0"/>
              <a:t> </a:t>
            </a:r>
            <a:r>
              <a:rPr lang="en-US" sz="2400" dirty="0" err="1"/>
              <a:t>mà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 </a:t>
            </a:r>
            <a:r>
              <a:rPr lang="en-US" sz="2400" dirty="0" err="1"/>
              <a:t>đã</a:t>
            </a:r>
            <a:r>
              <a:rPr lang="en-US" sz="2400" dirty="0"/>
              <a:t> </a:t>
            </a:r>
            <a:r>
              <a:rPr lang="en-US" sz="2400" dirty="0" err="1"/>
              <a:t>lưu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giỏ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 </a:t>
            </a:r>
            <a:r>
              <a:rPr lang="en-US" sz="2400" dirty="0" err="1"/>
              <a:t>cá</a:t>
            </a:r>
            <a:r>
              <a:rPr lang="en-US" sz="2400" dirty="0"/>
              <a:t> </a:t>
            </a:r>
            <a:r>
              <a:rPr lang="en-US" sz="2400" dirty="0" err="1"/>
              <a:t>nhân.Tại</a:t>
            </a:r>
            <a:r>
              <a:rPr lang="en-US" sz="2400" dirty="0"/>
              <a:t> </a:t>
            </a:r>
            <a:r>
              <a:rPr lang="en-US" sz="2400" dirty="0" err="1"/>
              <a:t>đây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 </a:t>
            </a:r>
            <a:r>
              <a:rPr lang="en-US" sz="2400" dirty="0" err="1"/>
              <a:t>sẽ</a:t>
            </a:r>
            <a:r>
              <a:rPr lang="en-US" sz="2400" dirty="0"/>
              <a:t> </a:t>
            </a:r>
            <a:r>
              <a:rPr lang="en-US" sz="2400" dirty="0" err="1"/>
              <a:t>chọn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lượng</a:t>
            </a:r>
            <a:r>
              <a:rPr lang="en-US" sz="2400" dirty="0"/>
              <a:t> </a:t>
            </a:r>
            <a:r>
              <a:rPr lang="en-US" sz="2400" dirty="0" err="1"/>
              <a:t>đặt</a:t>
            </a:r>
            <a:r>
              <a:rPr lang="en-US" sz="2400" dirty="0"/>
              <a:t> </a:t>
            </a:r>
            <a:r>
              <a:rPr lang="en-US" sz="2400" dirty="0" err="1"/>
              <a:t>mua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mong</a:t>
            </a:r>
            <a:r>
              <a:rPr lang="en-US" sz="2400" dirty="0"/>
              <a:t> </a:t>
            </a:r>
            <a:r>
              <a:rPr lang="en-US" sz="2400" dirty="0" err="1"/>
              <a:t>muốn</a:t>
            </a:r>
            <a:r>
              <a:rPr lang="en-US" sz="24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1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giỏ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2946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035B933-697C-36ED-AC75-E87DD5FAF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1" y="1910079"/>
            <a:ext cx="4770120" cy="244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18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KẾT QUẢ NGHIÊN CỨU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468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Giao </a:t>
            </a:r>
            <a:r>
              <a:rPr lang="en-US" sz="2400" dirty="0" err="1"/>
              <a:t>diện</a:t>
            </a:r>
            <a:r>
              <a:rPr lang="en-US" sz="2400" dirty="0"/>
              <a:t> </a:t>
            </a:r>
            <a:r>
              <a:rPr lang="en-US" sz="2400" dirty="0" err="1"/>
              <a:t>lịch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hóa</a:t>
            </a:r>
            <a:r>
              <a:rPr lang="en-US" sz="2400" dirty="0"/>
              <a:t>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hiển</a:t>
            </a:r>
            <a:r>
              <a:rPr lang="en-US" sz="2400" dirty="0"/>
              <a:t> </a:t>
            </a:r>
            <a:r>
              <a:rPr lang="en-US" sz="2400" dirty="0" err="1"/>
              <a:t>thị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hóa</a:t>
            </a:r>
            <a:r>
              <a:rPr lang="en-US" sz="2400" dirty="0"/>
              <a:t>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mà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 </a:t>
            </a:r>
            <a:r>
              <a:rPr lang="en-US" sz="2400" dirty="0" err="1"/>
              <a:t>đã</a:t>
            </a:r>
            <a:r>
              <a:rPr lang="en-US" sz="2400" dirty="0"/>
              <a:t> </a:t>
            </a:r>
            <a:r>
              <a:rPr lang="en-US" sz="2400" dirty="0" err="1"/>
              <a:t>đặt</a:t>
            </a:r>
            <a:r>
              <a:rPr lang="en-US" sz="2400" dirty="0"/>
              <a:t> </a:t>
            </a:r>
            <a:r>
              <a:rPr lang="en-US" sz="2400" dirty="0" err="1"/>
              <a:t>mua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,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biết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đặt</a:t>
            </a:r>
            <a:r>
              <a:rPr lang="en-US" sz="2400" dirty="0"/>
              <a:t> </a:t>
            </a:r>
            <a:r>
              <a:rPr lang="en-US" sz="2400" dirty="0" err="1"/>
              <a:t>khi</a:t>
            </a:r>
            <a:r>
              <a:rPr lang="en-US" sz="2400" dirty="0"/>
              <a:t> </a:t>
            </a:r>
            <a:r>
              <a:rPr lang="en-US" sz="2400" dirty="0" err="1"/>
              <a:t>nào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làm</a:t>
            </a:r>
            <a:r>
              <a:rPr lang="en-US" sz="2400" dirty="0"/>
              <a:t> </a:t>
            </a:r>
            <a:r>
              <a:rPr lang="en-US" sz="2400" dirty="0" err="1"/>
              <a:t>minh</a:t>
            </a:r>
            <a:r>
              <a:rPr lang="en-US" sz="2400" dirty="0"/>
              <a:t> </a:t>
            </a:r>
            <a:r>
              <a:rPr lang="en-US" sz="2400" dirty="0" err="1"/>
              <a:t>chứng</a:t>
            </a:r>
            <a:r>
              <a:rPr lang="en-US" sz="2400" dirty="0"/>
              <a:t> </a:t>
            </a:r>
            <a:r>
              <a:rPr lang="en-US" sz="2400" dirty="0" err="1"/>
              <a:t>khi</a:t>
            </a:r>
            <a:r>
              <a:rPr lang="en-US" sz="2400" dirty="0"/>
              <a:t> </a:t>
            </a:r>
            <a:r>
              <a:rPr lang="en-US" sz="2400" dirty="0" err="1"/>
              <a:t>mua</a:t>
            </a:r>
            <a:r>
              <a:rPr lang="en-US" sz="2400" dirty="0"/>
              <a:t> </a:t>
            </a:r>
            <a:r>
              <a:rPr lang="en-US" sz="2400" dirty="0" err="1"/>
              <a:t>bán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1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>
            <a:off x="955040" y="1825625"/>
            <a:ext cx="39319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DAF54CA-3974-8BCC-0F21-F8E27A9C2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360" y="1825624"/>
            <a:ext cx="4963217" cy="224821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41598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KẾT QUẢ NGHIÊN CỨU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82920" cy="4351339"/>
          </a:xfrm>
        </p:spPr>
        <p:txBody>
          <a:bodyPr/>
          <a:lstStyle/>
          <a:p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website,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(</a:t>
            </a:r>
            <a:r>
              <a:rPr lang="en-US" dirty="0" err="1"/>
              <a:t>thêm</a:t>
            </a:r>
            <a:r>
              <a:rPr lang="en-US" dirty="0"/>
              <a:t>, </a:t>
            </a:r>
            <a:r>
              <a:rPr lang="en-US" dirty="0" err="1"/>
              <a:t>xóa</a:t>
            </a:r>
            <a:r>
              <a:rPr lang="en-US" dirty="0"/>
              <a:t>, </a:t>
            </a:r>
            <a:r>
              <a:rPr lang="en-US" dirty="0" err="1"/>
              <a:t>sửa</a:t>
            </a:r>
            <a:r>
              <a:rPr lang="en-US" dirty="0"/>
              <a:t>)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.</a:t>
            </a:r>
          </a:p>
          <a:p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,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lí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1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>
            <a:off x="955040" y="1825624"/>
            <a:ext cx="2641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14E70D7E-7E74-4CE9-839D-9673838C2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120" y="1825624"/>
            <a:ext cx="3205741" cy="377920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02436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KẾT LUẬN VÀ HƯỚNG PHÁT TRIỂN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398760" cy="4351339"/>
          </a:xfrm>
        </p:spPr>
        <p:txBody>
          <a:bodyPr/>
          <a:lstStyle/>
          <a:p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website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website.</a:t>
            </a:r>
          </a:p>
          <a:p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website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.</a:t>
            </a:r>
          </a:p>
          <a:p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website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,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.</a:t>
            </a:r>
          </a:p>
          <a:p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trải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1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đạt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>
            <a:off x="955040" y="1825624"/>
            <a:ext cx="3718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647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3B78-F317-981A-C9B8-413E530B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KẾT LUẬN VÀ HƯỚNG PHÁT TRIỂN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D829F-48DC-7F53-AB9A-67C3B2314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398760" cy="4351339"/>
          </a:xfrm>
        </p:spPr>
        <p:txBody>
          <a:bodyPr/>
          <a:lstStyle/>
          <a:p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website.</a:t>
            </a:r>
          </a:p>
          <a:p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</a:t>
            </a:r>
          </a:p>
          <a:p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.</a:t>
            </a:r>
          </a:p>
          <a:p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cường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phận</a:t>
            </a:r>
            <a:r>
              <a:rPr lang="en-US" dirty="0"/>
              <a:t> </a:t>
            </a:r>
            <a:r>
              <a:rPr lang="en-US" dirty="0" err="1"/>
              <a:t>chăm</a:t>
            </a:r>
            <a:r>
              <a:rPr lang="en-US" dirty="0"/>
              <a:t> </a:t>
            </a:r>
            <a:r>
              <a:rPr lang="en-US" dirty="0" err="1"/>
              <a:t>sóc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góp</a:t>
            </a:r>
            <a:r>
              <a:rPr lang="en-US" dirty="0"/>
              <a:t> ý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</a:t>
            </a:r>
          </a:p>
          <a:p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quảng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website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rãi</a:t>
            </a:r>
            <a:r>
              <a:rPr lang="en-US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A41C6-C296-06CB-3DCC-94F9C098BBDD}"/>
              </a:ext>
            </a:extLst>
          </p:cNvPr>
          <p:cNvSpPr txBox="1"/>
          <p:nvPr/>
        </p:nvSpPr>
        <p:spPr>
          <a:xfrm>
            <a:off x="838200" y="1333181"/>
            <a:ext cx="7970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F51C6-20AA-AEB7-6466-179E64AF8229}"/>
              </a:ext>
            </a:extLst>
          </p:cNvPr>
          <p:cNvCxnSpPr>
            <a:cxnSpLocks/>
          </p:cNvCxnSpPr>
          <p:nvPr/>
        </p:nvCxnSpPr>
        <p:spPr>
          <a:xfrm>
            <a:off x="955040" y="1825624"/>
            <a:ext cx="2641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0941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116992-BBDF-6DF0-CA45-133EBA76F4E3}"/>
              </a:ext>
            </a:extLst>
          </p:cNvPr>
          <p:cNvSpPr txBox="1"/>
          <p:nvPr/>
        </p:nvSpPr>
        <p:spPr>
          <a:xfrm>
            <a:off x="2199640" y="1748304"/>
            <a:ext cx="83870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XIN CHÂN THÀNH CẢM ƠN QUÝ THẦY, CÔ ĐÃ CHÚ Ý LẮNG NGHE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433045-FD82-6223-60E1-92EE502CDDB7}"/>
              </a:ext>
            </a:extLst>
          </p:cNvPr>
          <p:cNvCxnSpPr>
            <a:cxnSpLocks/>
          </p:cNvCxnSpPr>
          <p:nvPr/>
        </p:nvCxnSpPr>
        <p:spPr>
          <a:xfrm>
            <a:off x="4480560" y="4333627"/>
            <a:ext cx="37693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630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1438</Words>
  <Application>Microsoft Office PowerPoint</Application>
  <PresentationFormat>Widescreen</PresentationFormat>
  <Paragraphs>105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Wingdings</vt:lpstr>
      <vt:lpstr>Office Theme</vt:lpstr>
      <vt:lpstr>PowerPoint Presentation</vt:lpstr>
      <vt:lpstr>NỘI DUNG TRÌNH BÀY</vt:lpstr>
      <vt:lpstr>TỔNG QUAN VỀ ĐỀ TÀI</vt:lpstr>
      <vt:lpstr>TỔNG QUAN VỀ ĐỀ TÀI</vt:lpstr>
      <vt:lpstr>TỔNG QUAN VỀ ĐỀ TÀI</vt:lpstr>
      <vt:lpstr>CƠ SỞ LÝ THUYẾT</vt:lpstr>
      <vt:lpstr>CƠ SỞ LÝ THUYẾT</vt:lpstr>
      <vt:lpstr>CƠ SỞ LÝ THUYẾT</vt:lpstr>
      <vt:lpstr>PHÂN TÍCH VÀ THIẾT KẾ GIAO DIỆN</vt:lpstr>
      <vt:lpstr>PHÂN TÍCH VÀ THIẾT KẾ GIAO DIỆN</vt:lpstr>
      <vt:lpstr>PHÂN TÍCH VÀ THIẾT KẾ GIAO DIỆN</vt:lpstr>
      <vt:lpstr>KẾT QUẢ NGHIÊN CỨU</vt:lpstr>
      <vt:lpstr>KẾT QUẢ NGHIÊN CỨU</vt:lpstr>
      <vt:lpstr>KẾT QUẢ NGHIÊN CỨU</vt:lpstr>
      <vt:lpstr>KẾT QUẢ NGHIÊN CỨU</vt:lpstr>
      <vt:lpstr>KẾT QUẢ NGHIÊN CỨU</vt:lpstr>
      <vt:lpstr>KẾT QUẢ NGHIÊN CỨU</vt:lpstr>
      <vt:lpstr>KẾT QUẢ NGHIÊN CỨU</vt:lpstr>
      <vt:lpstr>KẾT LUẬN VÀ HƯỚNG PHÁT TRIỂN</vt:lpstr>
      <vt:lpstr>KẾT LUẬN VÀ HƯỚNG PHÁT TRIỂN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15</cp:revision>
  <dcterms:created xsi:type="dcterms:W3CDTF">2026-01-03T12:12:04Z</dcterms:created>
  <dcterms:modified xsi:type="dcterms:W3CDTF">2026-01-05T03:47:24Z</dcterms:modified>
</cp:coreProperties>
</file>